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256032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ODYSSEY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2: DEBUGGING CHALLENGE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CAREERHUB (Website #5)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Resolution Report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105156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023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4343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 Bugs Fixed (100% Pass)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4023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REPOSITORY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0" y="4343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github.com/Kabilan1907/Careerhub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4023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35040" y="4343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+ React 19 + Tailwind v4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0" y="4023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 &amp; BUILD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0" y="4343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Errors, 0 Warnings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ODYSSEY 2026 — ROUND 2 DEBUGGING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Challenge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3291840" cy="45720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Platform Profile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2743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Name: CAREERHUB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Domain: Tech recruitment portal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Features: Live job search, salary filtering, applicant modals, bookmarking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Dataset: In-memory mock data (zero external API dependency)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291840" cy="45720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Tech Stack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2194560"/>
            <a:ext cx="2743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Framework: Next.js 16.3.6 (App Router)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Library: React 19.2.8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Language: TypeScript 5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Styling: Tailwind CSS v4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Icons: Lucide React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Engine: Turbopack bundler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463040"/>
            <a:ext cx="3383280" cy="45720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737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Results Summary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21040" y="2194560"/>
            <a:ext cx="28346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 Intentional Bugs: 7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 Bugs Fixed: 7 (100%)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ESLint Errors Resolved: 2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Unused Warnings Cleaned: 9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Build: Successful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 Host: Running (Port 3000)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ODYSSEY 2026 — ROUND 2 DEBUGGING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Bug Resolution Matrix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448056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  <a:gridCol w="2011680"/>
                <a:gridCol w="457200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 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Affected File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Root Cause Summary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BUG-01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Keyword Search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src/app/page.tsx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Inverted substring check kw.includes(job.title)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 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BUG-02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Location Filter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src/app/page.tsx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Inverted equality === hid matching city jobs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 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BUG-03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Salary Filter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src/app/page.tsx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Relational comparison &gt; excluded higher salaries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 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BUG-04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Apply Selection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src/app/page.tsx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Hardcoded jobs[0] opened Python Dev for all cards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 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BUG-05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Resume Upload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ApplicationModal.tsx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return/reject on invalid extension upload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 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BUG-06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 Validation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ApplicationModal.tsx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Logical &amp;&amp; allowed blank email &amp; phone submission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 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BUG-07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 Layout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JobCard.tsx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min-w-[390px] &amp; -mb-8 caused overflow &amp; overlap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 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RESOLUTION DETAIL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BUG-01: Keyword Search Logic Inversion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12064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Location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src/app/page.tsx (Line 136)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Description &amp; Symptom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5603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Entering keywords (e.g. "Python", "Cloud", "Developer") in the search bar returned zero matching jobs.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Analysis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37490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condition checked kw.includes(job.title.toLowerCase()) instead of checking if the job attributes contain the keyword string.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5303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Result: Searching "Python" correctly displays Python Developer &amp; AI/ML roles.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600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BEFORE (Buggy Code)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192024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kw = filters.keyword.toLowerCase().trim();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matches = kw.includes(job.title.toLowerCase());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(!matches) return false;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393192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069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AFTER (Fixed Code)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438912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kw = filters.keyword.toLowerCase().trim();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matches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job.title.toLowerCase().includes(kw) ||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job.skills.some(s =&gt; s.toLowerCase().includes(kw));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(!matches) return false;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RESOLUTION DETAIL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BUG-02: Location Filter Inverted Equality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12064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Location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src/app/page.tsx (Line 146)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Description &amp; Symptom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5603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a city (e.g., "San Francisco, CA") hid all jobs located in that city and showed outside cities.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Analysis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37490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filter condition used job.location === filters.location inside the rejection block, effectively excluding the chosen location.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5303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Result: Selecting San Francisco exclusively displays San Francisco positions.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600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BEFORE (Buggy Code)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192024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(filters.location &amp;&amp; filters.location !== "All")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(job.location === filters.location)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false;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393192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069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AFTER (Fixed Code)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438912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(filters.location &amp;&amp; filters.location !== "All")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(job.location !== filters.location)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false;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RESOLUTION DETAIL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BUG-03: Salary Filter Relational Inversion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12064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Location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src/app/page.tsx (Line 152)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Description &amp; Symptom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5603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$100,000+ salary minimum returned low-paying jobs ($60k-$95k) and eliminated roles paying $100k+.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Analysis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37490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compared job.salary &gt; filters.minSalary to reject jobs, which discarded high-paying positions instead of low ones.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5303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Result: Selecting $100k+ shows only roles paying $110k, $120k, $140k, $175k.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600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BEFORE (Buggy Code)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192024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(filters.minSalary &gt; 0)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(job.salary &gt; filters.minSalary)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false;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393192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069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AFTER (Fixed Code)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438912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(filters.minSalary &gt; 0)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(job.salary &lt; filters.minSalary)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false;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RESOLUTION DETAIL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BUG-04: Hardcoded "Apply Now" Job Selection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12064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Location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src/app/page.tsx (Line 119)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Description &amp; Symptom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5603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Clicking "Apply Now" on any job card always opened the application modal for "Python Developer".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Analysis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37490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handleApplyNow assigned the modal target to jobs[0] || job, which always selected the very first catalog item.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5303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Result: Clicking Apply Now on any role opens modal for that exact job &amp; company.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600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BEFORE (Buggy Code)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192024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handleApplyNow = (job: Job)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target = jobs[0] || job;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setSelectedApplyJob(target);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setIsApplyModalOpen(true);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393192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069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AFTER (Fixed Code)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438912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handleApplyNow = (job: Job)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setSelectedApplyJob(job);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setIsApplyModalOpen(true);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RESOLUTION DETAIL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BUG-05: Resume Upload Extension Bypass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12064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Location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src/components/ApplicationModal.tsx (Line 38)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Description &amp; Symptom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5603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could upload non-document files (.png, .jpg, .txt, .exe) and submit applications.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Analysis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37490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allowedExtensions check failed, only console.warn was called without returning early, allowing file state to update.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5303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Result: Invalid files are immediately blocked with user error message.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600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BEFORE (Buggy Code)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192024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isSupported = allowedExtensions.includes(ext);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(!isSupported)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console.warn(`File format ${ext} uploaded.`);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setResumeFile(file);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393192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069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AFTER (Fixed Code)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438912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isSupported = allowedExtensions.includes(ext);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(!isSupported)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setFormError("Invalid file type. Only .pdf, .doc, .docx permitted.");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setResumeFile(null);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setResumeFile(file);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RESOLUTION DETAIL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BUG-06: Application Form Required Field Validation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12064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Location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src/components/ApplicationModal.tsx (Line 53)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Description &amp; Symptom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5603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could be submitted with blank email and blank phone as long as full name was filled.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Analysis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37490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check used logical AND (&amp;&amp;) instead of OR (||), triggering only if all three fields were simultaneously empty.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5303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Result: All 3 fields + resume are now strictly enforced before submission.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600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BEFORE (Buggy Code)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192024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(!fullName.trim() &amp;&amp; !email.trim() &amp;&amp; !phone.trim())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setFormError("Please complete all required fields.");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393192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069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AFTER (Fixed Code)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438912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(!fullName.trim() || !email.trim() || !phone.trim() || !resumeFile)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setFormError("Please complete all required fields &amp; resume.");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RESOLUTION DETAIL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BUG-07: Mobile Responsive Card Overflow &amp; Overlap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12064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Location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src/components/JobCard.tsx (Line 23)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Description &amp; Symptom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5603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mobile devices (&lt;390px, e.g. iPhone SE), cards overflowed horizontally and overlapping cards stacked on top of each other.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Analysis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37490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container hardcoded min-w-[390px] causing horizontal scroll, and -mb-8 pulled subsequent cards up by 2rem.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5303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Result: Job cards fit seamlessly on 375px viewports with clean spacing.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600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BEFORE (Buggy Code)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192024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className="... group min-w-[390px] md:min-w-0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-mb-8 md:mb-0 relative z-10"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393192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069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AFTER (Fixed Code)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438912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className="... group w-full mb-0 relative"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ODYSSEY 2026 — ROUND 2 DEBUGGING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 &amp; ESLint Compliance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🔤 JSX Unescaped Entities Error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File: src/app/page.tsx:317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Rule: react/no-unescaped-entities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Root Cause: Unescaped double quotes inside JSX paragraph in footer: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&lt;p&gt;© 2026 CAREERHUB Inc. "Find your next opportunity."&lt;/p&gt;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Resolution: Replaced double quotes with HTML entity &amp;quot;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&lt;p&gt;© 2026 CAREERHUB Inc. &amp;quot;Find your next opportunity.&amp;quot;&lt;/p&gt;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🧹 9 Unused Import Warnings Cleaned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1945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ApplicationsModal.tsx: Removed CheckCircle2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JobCard.tsx: Removed Check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JobDetailsModal.tsx: Removed Briefcase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ProfileModal.tsx: Removed User, Award, Briefcase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SavedJobsModal.tsx: Removed DollarSign, MapPin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SuccessModal.tsx: Removed ExternalLink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npm run lint executed with 0 errors and 0 warnings.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ODYSSEY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Challenge Complete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05156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4871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All 7 Functional Bugs Fixed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788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Search, Location, Salary, Modal, Upload, Validation, Responsive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329184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4015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0 Linter Errors &amp; Warnings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7033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ESLint strict adherence without bypasses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420624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315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Production Build Passed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46177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Turbopack build generated static routes in 949ms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512064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52303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Live GitHub Repository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55321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Pushed to github.com/Kabilan1907/Careerhub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ODYSSEY 2026 - CAREERHUB Debugging Report</dc:title>
  <dc:subject>PptxGenJS Presentation</dc:subject>
  <dc:creator>Kabilan1907</dc:creator>
  <cp:lastModifiedBy>Kabilan1907</cp:lastModifiedBy>
  <cp:revision>1</cp:revision>
  <dcterms:created xsi:type="dcterms:W3CDTF">2026-09-29T08:47:09Z</dcterms:created>
  <dcterms:modified xsi:type="dcterms:W3CDTF">2026-09-29T08:47:09Z</dcterms:modified>
</cp:coreProperties>
</file>